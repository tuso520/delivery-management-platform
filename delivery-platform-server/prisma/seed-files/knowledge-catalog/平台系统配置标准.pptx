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平台系统配置标准.pptx</a:t>
            </a:r>
          </a:p>
        </p:txBody>
      </p:sp>
      <p:sp>
        <p:txBody>
          <a:p>
            <a:r>
              <a:t>模块：软件工程师</a:t>
            </a:r>
          </a:p>
        </p:txBody>
      </p:sp>
      <p:sp>
        <p:txBody>
          <a:p>
            <a:r>
              <a:t>主要内容：标准化流程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知识库预览验收</a:t>
            </a:r>
          </a:p>
        </p:txBody>
      </p:sp>
      <p:sp>
        <p:txBody>
          <a:p>
            <a:r>
              <a:t>文件已写入本地存储目录</a:t>
            </a:r>
          </a:p>
        </p:txBody>
      </p:sp>
      <p:sp>
        <p:txBody>
          <a:p>
            <a:r>
              <a:t>附件接口可下载原文件</a:t>
            </a:r>
          </a:p>
        </p:txBody>
      </p:sp>
      <p:sp>
        <p:txBody>
          <a:p>
            <a:r>
              <a:t>预览接口可抽取演示文稿文本</a:t>
            </a:r>
          </a:p>
        </p:txBody>
      </p:sp>
    </p:spTree>
  </p:cSld>
</p:sld>
</file>